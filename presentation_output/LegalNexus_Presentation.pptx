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AI-Powered Legal Practice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What Law Firms Face Today: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Lost Revenue: Unbilled time sitting for months or years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Inefficiency: Manual time tracking and billing processes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📉 No Visibility: Lack of real-time insights into firm performance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Complex Cases: Difficulty tracking multiple matters simultaneously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Cash Flow Issues: Unpredictable financial forecasting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Missed Alerts: No proactive warnings about revenue at risk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Result: Money left on the table and operational chaos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LegalNexus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An all-in-one intelligent platform that: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Automatically detects and alerts on unbilled time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Uses AI to predict revenue and optimize billing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Provides real-time insights into firm performance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Streamlines matter management from start to finish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Forecasts cash flow with seasonal intelligence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Sends automatic email alerts to partners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One System. Complete Control. Maximum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Your Intelligent Legal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Vicktoria AI is built into every part of LegalNexus: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24/7 Availability: Ask questions anytime, get instant answers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Smart Analysis: Analyzes your pipeline, identifies opportunities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💡 Proactive Insights: Suggests actions before problems arise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Context-Aware: Understands your firm's unique situation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Lightning Fast: Responses in seconds, not hours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Think of Vicktoria as your firm's AI partner who never sleeps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At-a-Glance Firm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Key Metrics Displayed: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Total Revenue &amp; Growth Trends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Active Matters Count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Billable Hours This Month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Outstanding Invoices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Conversion Rates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Plus: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Recent activity feed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Quick action buttons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AI-powered recommendations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Performance vs. targets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Everything you need to know, on one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Your Client Relationship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Company Management: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🏢 Complete client profiles with history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Revenue tracking per client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📝 Notes and relationship details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🔗 Linked matters and documents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Associated contacts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Contact Management: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👤 Individual contact records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Communication history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🏢 Company associations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Role and decision-maker status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Never lose track of who you're working with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Visual Deal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Kanban Board View: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📌 Drag-and-drop deal stages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Deal values and probability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Age of each opportunity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🎨 Color-coded by priority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AI-predicted close probability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Stages: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1. Lead → Qualified → Proposal → Negotiation → Closed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AI Insights: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Pipeline health score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Risk identification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Next best actions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Win probability predictions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See your entire pipeline at a glance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Case Tracking Made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Complete Matter Lifecycle: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📁 Matter creation and details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Client and attorney assignments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Billing rates and fee structures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Time entry tracking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📄 Document attachments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Matter status tracking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Lightning Path Integration: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Guided workflows for common matter types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Checklist-driven processes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🔔 Automatic reminders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📋 Template-based creation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From intake to closure, fully managed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Capture Every Billable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Timesheet Features: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⏱️ Easy time entry interface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📅 Calendar view of activities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🏷️ Matter and task categorization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Automatic rate calculation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📝 Detailed descriptions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Billing Pack Generation: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📦 Batch billing by date range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Attorney or matter filtering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📄 Professional invoice format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💵 Ready for client review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Email distribution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Turn time into revenue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AI-Powered Revenue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What is Billing Inertia?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Unbilled time sitting for weeks/months without being invoiced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How LegalNexus Helps: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Automatically scans all unbilled time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Calculates "inertia score" (0-100)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Shows revenue at risk by attorney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⚠️ Highlights critical cases (score &gt; 75)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Sends daily email alerts to partners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Real Example: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 1,100,531.67 at risk across 8 attorneys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5 critical cases flagged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Automated alert sent every morning at 9 AM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Stop leaving money on the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Smart Money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Bank Transaction Categorization: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📤 Upload CSV files from your bank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AI automatically categorizes expenses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Confidence scores for each category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✏️ Manual override when needed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Spending pattern analysis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Cash Flow Projections: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📅 12-month forward projections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🔮 Seasonal adjustment factors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Income vs. expense forecasting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Balance predictions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⚠️ Early warning system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Seasonal Pattern Detection: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📉 Identifies spending cycles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Year-over-year growth tracking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💡 AI-generated insights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Budget recommendations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Know your financial future before it arrives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Executive Intelligence at Your Fingertips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6 Powerful Report Types: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1. 📊 Executive Summary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Firm-wide KPIs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Revenue breakdown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Top performers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2. 👥 Fee Earner Rankings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Attorney performance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Billable hours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Revenue generation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3. ⚖️ Practice Area Analytics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Revenue by practice area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Hour distribution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Growth trends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4. 📈 Workload Analysis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Matter distribution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Capacity planning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Utilization rates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5. ⚠️ Billing Inertia Report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At-risk revenue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Attorney rankings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Action items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6. ⚡ Practice Velocity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Efficiency metrics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Time-to-invoice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Process speed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All exportable to 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Proactive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Automated Daily Alerts: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Sent every morning at 9:00 AM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Professional HTML emails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Targeted to Partners/Directors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⚠️ Only sent when thresholds exceeded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Email Contains: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Total revenue at risk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Number of attorneys affected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🔥 Critical cases (top 5)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Inertia scores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🔗 Direct link to full report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Example Alert: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"⚠️ Billing Inertia Alert: R1,100,531.67 at Risk"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Never miss a billing opportunity again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Legal Documents &amp;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Smart Document Handling: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📁 Centralized document repository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🏷️ Automatic categorization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Full-text search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📋 Terms and conditions extraction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🔗 Matter associations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Document Types: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Contracts &amp; Agreements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Court Filings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Correspondence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Client Documents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Internal Memos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Version Control: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📝 Track all revisions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👤 Who changed what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When it was changed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💾 Restore previous versions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Every document, organized and accessible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Professional Billing Made Easy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Create Invoices: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📄 Professional templates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Automatic time calculation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Expense tracking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🏷️ Tax handling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Email distribution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Invoice Management: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📋 Track all invoices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💵 Payment status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Outstanding amounts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Aging reports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🔔 Payment reminders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Invoice View: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🖨️ Print-ready format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Email to clients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💳 Payment recording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Payment history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Get paid faster with less effort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Your 24/7 Business Intelligence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Always Available: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💬 Floating chat widget on every page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Powered by OpenAI GPT-4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🧠 Understands your firm's context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Instant responses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What Vicktoria Can Do: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"What's my pipeline health?"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"Show me unbilled time for March"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"Which deals are at risk?"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"What's my revenue forecast?"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⚠️ "Any billing inertia alerts?"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Smart Suggestions: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💡 Quick insight chips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Recommended actions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Report summaries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Deep analysis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Like having a business analyst on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Complete System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Department Management: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🏢 Create practice areas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Assign team members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Track department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Role Management: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🔐 Define user permissions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👤 Role-based access control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📋 Custom permission sets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Audit Logs: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📜 Complete activity history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👤 Who did what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Timestamp tracking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Security monitoring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User Management: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Add/remove users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Email invitations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🔑 Password resets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Activity tracking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Full control, complete transparency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Why Choose LegalNexus?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Financial Impact: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Capture 100% of billable time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Reduce billing cycles by 70%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Improve cash flow predictability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Recover lost revenue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Operational Efficiency: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50% faster matter management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Automated reporting saves hours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Reduced administrative overhead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Streamlined workflows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Strategic Advantage: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Data-driven decision making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Predictive analytics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Competitive intelligence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Growth opportunities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AI-Powered Intelligence: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Vicktoria AI assistant 24/7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Automated insights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Proactive alerts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Smart recommendations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Enterprise-Grade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Built on Modern Technology: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Lightning-fast performance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🔒 Bank-level security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☁️ Cloud-ready architecture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📱 Responsive design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Key Technologies: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React frontend (modern UI)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Node.js backend (scalable)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PostgreSQL database (reliable)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OpenAI GPT-4 (intelligent)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Redis caching (fast)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Security Features: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🔐 JWT authentication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🛡️ Role-based access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📝 Complete audit trails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🔒 Encrypted data storage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Enterprise reliability you can trust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Getting Started is Easy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Phase 1: Setup (Week 1)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📦 System installation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🔧 Configuration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User account creation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📚 Initial data import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Phase 2: Training (Week 2)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🎓 Staff training sessions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📖 Documentation provided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💡 Best practices review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❓ Q&amp;A sessions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Phase 3: Go-Live (Week 3)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🚀 Full system activation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🔍 Monitoring &amp; support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Performance tracking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Success validation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Phase 4: Optimization (Ongoing)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Continuous improvement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AI model refinement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Custom reporting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Feature enhancements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Live in 3 weeks, improving forever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Investment &amp;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Subscription Tiers: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Starter: Small firms (1-10 users)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Professional: Mid-size firms (11-50 users)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Enterprise: Large firms (50+ users)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Custom: Tailored solutions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What's Included: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All core features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Unlimited matters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AI assistant (Vicktoria)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Email alerts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PDF reports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Training &amp; support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Regular updates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Typical ROI: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20-30% revenue increase from recovered billing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10-15 hours saved per attorney per month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📉 50% reduction in billing cycle time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100% visibility into firm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Pays for itself in the first month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Real Results from Real Firms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Case Study 1: Mid-Size Corporate Firm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Before: R1.1M in unbilled time (351 days old)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After: 100% billing compliance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Revenue Recovered: R1.1M in 90 days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⚡ ROI: 15x first year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Case Study 2: Litigation Boutique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Before: 35% of time unbilled after 60 days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After: 95% billed within 30 days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⏰ Time Saved: 20 hours/month on admin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💰 Cash Flow: Improved by 45%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Case Study 3: Multi-Practice Firm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Before: No visibility into practice area performance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✅ After: Real-time dashboards for all departments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Strategic Decisions: Data-driven growth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Revenue Growth: 28% year-over-year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Results speak for themselves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We're Here to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Comprehensive Support: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📞 Phone support (business hours)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Email support (24/7)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💬 Live chat assistance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🎥 Video tutorials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📖 Complete documentation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Training Programs: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🎓 Initial onboarding (included)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📚 User documentation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🎥 Video library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🏆 Best practices guides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👥 Group training sessions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Ongoing Resources: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Monthly webinars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💡 Feature update training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🤝 Customer success manager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🎯 Optimization consulting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📈 Performance reviews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Success is our mission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What's Next for LegalNexus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Coming Soon: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📱 Mobile app (iOS &amp; Android)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🔗 Third-party integrations (accounting systems)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🌐 Multi-language support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Advanced analytics dashboard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🤖 Enhanced AI capabilities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Planned Features: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Client portal access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💳 Online payment processing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📄 E-signature integration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🗓️ Calendar synchronization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📞 VoIP integration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Your Input Matters: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💡 Feature requests welcome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🗳️ Customer voting on priorities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🤝 Beta testing programs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📊 Usage analytics guide development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Built with your feedback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Ready to Transform Your Practice?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Next Steps: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1. 📅 Schedule a Demo - See LegalNexus in action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2. 🆓 Start Free Trial - 30 days, no credit card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3. 💬 Speak to Sales - Custom pricing &amp; features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4. 📧 Contact Us - Questions? We're here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Contact Information: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🌐 Website: www.legalnexus.com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📧 Email: sales@legalnexus.com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📞 Phone: +27 (0) 11 123-4567</a:t>
            </a:r>
          </a:p>
          <a:p>
            <a:pPr lvl="1"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💬 Chat: Available on website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Special Offer: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Mention this presentation for 20% off first year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#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LegalNexus Enterprise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Transforming Legal Practice Management with AI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Powered by Vicktoria AI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Soul Logic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